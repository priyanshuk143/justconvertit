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OmniConvert Demo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Slide 1 body</a:t>
            </a:r>
          </a:p>
          <a:p>
            <a:r>
              <a:t>Unicode: café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Second Slide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More content for PDF export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